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F5CC"/>
    <a:srgbClr val="FBDCBF"/>
    <a:srgbClr val="FFCFE7"/>
    <a:srgbClr val="BFE7FF"/>
    <a:srgbClr val="D7F5CD"/>
    <a:srgbClr val="FCDCBF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BC7DDD-9DCB-4DA7-9515-C23E50AC6C71}" v="193" dt="2025-05-29T13:25:21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294" autoAdjust="0"/>
    <p:restoredTop sz="94660"/>
  </p:normalViewPr>
  <p:slideViewPr>
    <p:cSldViewPr snapToGrid="0">
      <p:cViewPr>
        <p:scale>
          <a:sx n="50" d="100"/>
          <a:sy n="50" d="100"/>
        </p:scale>
        <p:origin x="1838" y="-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. Mrudhula" userId="a653841b7e699461" providerId="LiveId" clId="{E7BC7DDD-9DCB-4DA7-9515-C23E50AC6C71}"/>
    <pc:docChg chg="undo custSel modSld">
      <pc:chgData name="Ch. Mrudhula" userId="a653841b7e699461" providerId="LiveId" clId="{E7BC7DDD-9DCB-4DA7-9515-C23E50AC6C71}" dt="2025-05-29T13:25:21.951" v="1723" actId="1076"/>
      <pc:docMkLst>
        <pc:docMk/>
      </pc:docMkLst>
      <pc:sldChg chg="addSp delSp modSp mod">
        <pc:chgData name="Ch. Mrudhula" userId="a653841b7e699461" providerId="LiveId" clId="{E7BC7DDD-9DCB-4DA7-9515-C23E50AC6C71}" dt="2025-05-29T13:25:21.951" v="1723" actId="1076"/>
        <pc:sldMkLst>
          <pc:docMk/>
          <pc:sldMk cId="2249810669" sldId="256"/>
        </pc:sldMkLst>
        <pc:spChg chg="mod">
          <ac:chgData name="Ch. Mrudhula" userId="a653841b7e699461" providerId="LiveId" clId="{E7BC7DDD-9DCB-4DA7-9515-C23E50AC6C71}" dt="2025-05-28T05:28:50.714" v="1481" actId="20577"/>
          <ac:spMkLst>
            <pc:docMk/>
            <pc:sldMk cId="2249810669" sldId="256"/>
            <ac:spMk id="2" creationId="{8C165B44-7DDE-F00F-DFA5-3BD9E7D96B13}"/>
          </ac:spMkLst>
        </pc:spChg>
        <pc:spChg chg="add mod">
          <ac:chgData name="Ch. Mrudhula" userId="a653841b7e699461" providerId="LiveId" clId="{E7BC7DDD-9DCB-4DA7-9515-C23E50AC6C71}" dt="2025-05-29T12:56:59.718" v="1550" actId="14100"/>
          <ac:spMkLst>
            <pc:docMk/>
            <pc:sldMk cId="2249810669" sldId="256"/>
            <ac:spMk id="3" creationId="{CACFFDDB-FF8B-DF29-A441-06116F416F7D}"/>
          </ac:spMkLst>
        </pc:spChg>
        <pc:spChg chg="mod">
          <ac:chgData name="Ch. Mrudhula" userId="a653841b7e699461" providerId="LiveId" clId="{E7BC7DDD-9DCB-4DA7-9515-C23E50AC6C71}" dt="2025-05-29T13:21:00.140" v="1692" actId="1076"/>
          <ac:spMkLst>
            <pc:docMk/>
            <pc:sldMk cId="2249810669" sldId="256"/>
            <ac:spMk id="4" creationId="{55F827C5-EB36-36D8-57E4-E142A1A8C67D}"/>
          </ac:spMkLst>
        </pc:spChg>
        <pc:spChg chg="add mod">
          <ac:chgData name="Ch. Mrudhula" userId="a653841b7e699461" providerId="LiveId" clId="{E7BC7DDD-9DCB-4DA7-9515-C23E50AC6C71}" dt="2025-05-29T13:25:21.951" v="1723" actId="1076"/>
          <ac:spMkLst>
            <pc:docMk/>
            <pc:sldMk cId="2249810669" sldId="256"/>
            <ac:spMk id="5" creationId="{FABEE7F5-CD91-6FF7-BBED-BCE600DA0BF4}"/>
          </ac:spMkLst>
        </pc:spChg>
        <pc:spChg chg="mod">
          <ac:chgData name="Ch. Mrudhula" userId="a653841b7e699461" providerId="LiveId" clId="{E7BC7DDD-9DCB-4DA7-9515-C23E50AC6C71}" dt="2025-05-29T12:48:08.983" v="1512" actId="113"/>
          <ac:spMkLst>
            <pc:docMk/>
            <pc:sldMk cId="2249810669" sldId="256"/>
            <ac:spMk id="7" creationId="{53B4FA4A-4F55-442B-2A49-69DC6B9C256E}"/>
          </ac:spMkLst>
        </pc:spChg>
        <pc:spChg chg="mod">
          <ac:chgData name="Ch. Mrudhula" userId="a653841b7e699461" providerId="LiveId" clId="{E7BC7DDD-9DCB-4DA7-9515-C23E50AC6C71}" dt="2025-05-29T12:48:20.491" v="1513" actId="113"/>
          <ac:spMkLst>
            <pc:docMk/>
            <pc:sldMk cId="2249810669" sldId="256"/>
            <ac:spMk id="8" creationId="{8A955649-779D-3A3B-43B1-E78F6D57F528}"/>
          </ac:spMkLst>
        </pc:spChg>
        <pc:spChg chg="del mod">
          <ac:chgData name="Ch. Mrudhula" userId="a653841b7e699461" providerId="LiveId" clId="{E7BC7DDD-9DCB-4DA7-9515-C23E50AC6C71}" dt="2025-05-29T13:00:10.753" v="1572"/>
          <ac:spMkLst>
            <pc:docMk/>
            <pc:sldMk cId="2249810669" sldId="256"/>
            <ac:spMk id="9" creationId="{68F7EEE1-09D7-7271-610D-D63AF9A2664B}"/>
          </ac:spMkLst>
        </pc:spChg>
        <pc:spChg chg="add mod">
          <ac:chgData name="Ch. Mrudhula" userId="a653841b7e699461" providerId="LiveId" clId="{E7BC7DDD-9DCB-4DA7-9515-C23E50AC6C71}" dt="2025-05-29T12:59:13.886" v="1565" actId="14100"/>
          <ac:spMkLst>
            <pc:docMk/>
            <pc:sldMk cId="2249810669" sldId="256"/>
            <ac:spMk id="12" creationId="{BF22B133-76E7-790A-E2E5-132478251298}"/>
          </ac:spMkLst>
        </pc:spChg>
        <pc:spChg chg="mod">
          <ac:chgData name="Ch. Mrudhula" userId="a653841b7e699461" providerId="LiveId" clId="{E7BC7DDD-9DCB-4DA7-9515-C23E50AC6C71}" dt="2025-05-29T13:01:09.220" v="1576" actId="1076"/>
          <ac:spMkLst>
            <pc:docMk/>
            <pc:sldMk cId="2249810669" sldId="256"/>
            <ac:spMk id="13" creationId="{DAF757CC-C832-3EB9-8642-C2DADE82A7D6}"/>
          </ac:spMkLst>
        </pc:spChg>
        <pc:spChg chg="add del mod">
          <ac:chgData name="Ch. Mrudhula" userId="a653841b7e699461" providerId="LiveId" clId="{E7BC7DDD-9DCB-4DA7-9515-C23E50AC6C71}" dt="2025-05-29T12:53:17.598" v="1532"/>
          <ac:spMkLst>
            <pc:docMk/>
            <pc:sldMk cId="2249810669" sldId="256"/>
            <ac:spMk id="14" creationId="{3B3DA502-167C-4451-EC61-17AF21C13506}"/>
          </ac:spMkLst>
        </pc:spChg>
        <pc:spChg chg="mod">
          <ac:chgData name="Ch. Mrudhula" userId="a653841b7e699461" providerId="LiveId" clId="{E7BC7DDD-9DCB-4DA7-9515-C23E50AC6C71}" dt="2025-05-28T05:20:03.510" v="1409" actId="1076"/>
          <ac:spMkLst>
            <pc:docMk/>
            <pc:sldMk cId="2249810669" sldId="256"/>
            <ac:spMk id="15" creationId="{937EBDFB-488C-7F01-6765-9DA15C34FC9B}"/>
          </ac:spMkLst>
        </pc:spChg>
        <pc:spChg chg="add mod">
          <ac:chgData name="Ch. Mrudhula" userId="a653841b7e699461" providerId="LiveId" clId="{E7BC7DDD-9DCB-4DA7-9515-C23E50AC6C71}" dt="2025-05-29T13:24:33.864" v="1720" actId="14100"/>
          <ac:spMkLst>
            <pc:docMk/>
            <pc:sldMk cId="2249810669" sldId="256"/>
            <ac:spMk id="16" creationId="{7A40F95C-5FF1-4B85-7F52-49AB8CF87B3E}"/>
          </ac:spMkLst>
        </pc:spChg>
        <pc:spChg chg="add mod">
          <ac:chgData name="Ch. Mrudhula" userId="a653841b7e699461" providerId="LiveId" clId="{E7BC7DDD-9DCB-4DA7-9515-C23E50AC6C71}" dt="2025-05-29T13:10:51.643" v="1681" actId="20577"/>
          <ac:spMkLst>
            <pc:docMk/>
            <pc:sldMk cId="2249810669" sldId="256"/>
            <ac:spMk id="17" creationId="{21CC6E60-7DC4-8FF0-098A-7D14B38374E5}"/>
          </ac:spMkLst>
        </pc:spChg>
        <pc:spChg chg="mod">
          <ac:chgData name="Ch. Mrudhula" userId="a653841b7e699461" providerId="LiveId" clId="{E7BC7DDD-9DCB-4DA7-9515-C23E50AC6C71}" dt="2025-05-29T13:20:31.137" v="1688" actId="1076"/>
          <ac:spMkLst>
            <pc:docMk/>
            <pc:sldMk cId="2249810669" sldId="256"/>
            <ac:spMk id="19" creationId="{00000000-0000-0000-0000-000000000000}"/>
          </ac:spMkLst>
        </pc:spChg>
        <pc:spChg chg="mod">
          <ac:chgData name="Ch. Mrudhula" userId="a653841b7e699461" providerId="LiveId" clId="{E7BC7DDD-9DCB-4DA7-9515-C23E50AC6C71}" dt="2025-05-28T05:22:48.886" v="1427" actId="14100"/>
          <ac:spMkLst>
            <pc:docMk/>
            <pc:sldMk cId="2249810669" sldId="256"/>
            <ac:spMk id="20" creationId="{00000000-0000-0000-0000-000000000000}"/>
          </ac:spMkLst>
        </pc:spChg>
        <pc:spChg chg="mod">
          <ac:chgData name="Ch. Mrudhula" userId="a653841b7e699461" providerId="LiveId" clId="{E7BC7DDD-9DCB-4DA7-9515-C23E50AC6C71}" dt="2025-05-28T05:22:33.761" v="1425" actId="1076"/>
          <ac:spMkLst>
            <pc:docMk/>
            <pc:sldMk cId="2249810669" sldId="256"/>
            <ac:spMk id="22" creationId="{00000000-0000-0000-0000-000000000000}"/>
          </ac:spMkLst>
        </pc:spChg>
        <pc:spChg chg="mod">
          <ac:chgData name="Ch. Mrudhula" userId="a653841b7e699461" providerId="LiveId" clId="{E7BC7DDD-9DCB-4DA7-9515-C23E50AC6C71}" dt="2025-05-28T05:22:06.465" v="1419" actId="1076"/>
          <ac:spMkLst>
            <pc:docMk/>
            <pc:sldMk cId="2249810669" sldId="256"/>
            <ac:spMk id="23" creationId="{00000000-0000-0000-0000-000000000000}"/>
          </ac:spMkLst>
        </pc:spChg>
        <pc:spChg chg="mod">
          <ac:chgData name="Ch. Mrudhula" userId="a653841b7e699461" providerId="LiveId" clId="{E7BC7DDD-9DCB-4DA7-9515-C23E50AC6C71}" dt="2025-05-28T05:21:56.963" v="1417" actId="1076"/>
          <ac:spMkLst>
            <pc:docMk/>
            <pc:sldMk cId="2249810669" sldId="256"/>
            <ac:spMk id="24" creationId="{00000000-0000-0000-0000-000000000000}"/>
          </ac:spMkLst>
        </pc:spChg>
        <pc:spChg chg="mod">
          <ac:chgData name="Ch. Mrudhula" userId="a653841b7e699461" providerId="LiveId" clId="{E7BC7DDD-9DCB-4DA7-9515-C23E50AC6C71}" dt="2025-05-28T05:31:52.704" v="1496" actId="1076"/>
          <ac:spMkLst>
            <pc:docMk/>
            <pc:sldMk cId="2249810669" sldId="256"/>
            <ac:spMk id="30" creationId="{55F827C5-EB36-36D8-57E4-E142A1A8C67D}"/>
          </ac:spMkLst>
        </pc:spChg>
        <pc:spChg chg="mod">
          <ac:chgData name="Ch. Mrudhula" userId="a653841b7e699461" providerId="LiveId" clId="{E7BC7DDD-9DCB-4DA7-9515-C23E50AC6C71}" dt="2025-05-28T05:31:59.915" v="1497" actId="1076"/>
          <ac:spMkLst>
            <pc:docMk/>
            <pc:sldMk cId="2249810669" sldId="256"/>
            <ac:spMk id="31" creationId="{55F827C5-EB36-36D8-57E4-E142A1A8C67D}"/>
          </ac:spMkLst>
        </pc:spChg>
        <pc:spChg chg="mod">
          <ac:chgData name="Ch. Mrudhula" userId="a653841b7e699461" providerId="LiveId" clId="{E7BC7DDD-9DCB-4DA7-9515-C23E50AC6C71}" dt="2025-05-29T12:59:26.786" v="1566" actId="1076"/>
          <ac:spMkLst>
            <pc:docMk/>
            <pc:sldMk cId="2249810669" sldId="256"/>
            <ac:spMk id="32" creationId="{55F827C5-EB36-36D8-57E4-E142A1A8C67D}"/>
          </ac:spMkLst>
        </pc:spChg>
        <pc:spChg chg="mod">
          <ac:chgData name="Ch. Mrudhula" userId="a653841b7e699461" providerId="LiveId" clId="{E7BC7DDD-9DCB-4DA7-9515-C23E50AC6C71}" dt="2025-05-29T12:59:34.287" v="1567" actId="1076"/>
          <ac:spMkLst>
            <pc:docMk/>
            <pc:sldMk cId="2249810669" sldId="256"/>
            <ac:spMk id="33" creationId="{55F827C5-EB36-36D8-57E4-E142A1A8C67D}"/>
          </ac:spMkLst>
        </pc:spChg>
        <pc:spChg chg="mod">
          <ac:chgData name="Ch. Mrudhula" userId="a653841b7e699461" providerId="LiveId" clId="{E7BC7DDD-9DCB-4DA7-9515-C23E50AC6C71}" dt="2025-05-28T05:25:02.496" v="1444" actId="1076"/>
          <ac:spMkLst>
            <pc:docMk/>
            <pc:sldMk cId="2249810669" sldId="256"/>
            <ac:spMk id="34" creationId="{55F827C5-EB36-36D8-57E4-E142A1A8C67D}"/>
          </ac:spMkLst>
        </pc:spChg>
        <pc:spChg chg="mod">
          <ac:chgData name="Ch. Mrudhula" userId="a653841b7e699461" providerId="LiveId" clId="{E7BC7DDD-9DCB-4DA7-9515-C23E50AC6C71}" dt="2025-05-28T05:24:19.436" v="1438" actId="255"/>
          <ac:spMkLst>
            <pc:docMk/>
            <pc:sldMk cId="2249810669" sldId="256"/>
            <ac:spMk id="35" creationId="{BA700850-254E-CEFB-BC41-4AE4951B636A}"/>
          </ac:spMkLst>
        </pc:spChg>
        <pc:spChg chg="add mod">
          <ac:chgData name="Ch. Mrudhula" userId="a653841b7e699461" providerId="LiveId" clId="{E7BC7DDD-9DCB-4DA7-9515-C23E50AC6C71}" dt="2025-05-28T05:22:43.281" v="1426" actId="14100"/>
          <ac:spMkLst>
            <pc:docMk/>
            <pc:sldMk cId="2249810669" sldId="256"/>
            <ac:spMk id="38" creationId="{80267480-0C51-38AB-F81F-55C7F15EFE6F}"/>
          </ac:spMkLst>
        </pc:spChg>
        <pc:spChg chg="del mod">
          <ac:chgData name="Ch. Mrudhula" userId="a653841b7e699461" providerId="LiveId" clId="{E7BC7DDD-9DCB-4DA7-9515-C23E50AC6C71}" dt="2025-05-28T05:24:23.424" v="1440"/>
          <ac:spMkLst>
            <pc:docMk/>
            <pc:sldMk cId="2249810669" sldId="256"/>
            <ac:spMk id="40" creationId="{937EBDFB-488C-7F01-6765-9DA15C34FC9B}"/>
          </ac:spMkLst>
        </pc:spChg>
        <pc:spChg chg="mod">
          <ac:chgData name="Ch. Mrudhula" userId="a653841b7e699461" providerId="LiveId" clId="{E7BC7DDD-9DCB-4DA7-9515-C23E50AC6C71}" dt="2025-05-28T05:25:11.264" v="1445" actId="1076"/>
          <ac:spMkLst>
            <pc:docMk/>
            <pc:sldMk cId="2249810669" sldId="256"/>
            <ac:spMk id="41" creationId="{55F827C5-EB36-36D8-57E4-E142A1A8C67D}"/>
          </ac:spMkLst>
        </pc:spChg>
        <pc:spChg chg="mod">
          <ac:chgData name="Ch. Mrudhula" userId="a653841b7e699461" providerId="LiveId" clId="{E7BC7DDD-9DCB-4DA7-9515-C23E50AC6C71}" dt="2025-05-29T12:49:53.112" v="1523" actId="1076"/>
          <ac:spMkLst>
            <pc:docMk/>
            <pc:sldMk cId="2249810669" sldId="256"/>
            <ac:spMk id="42" creationId="{55F827C5-EB36-36D8-57E4-E142A1A8C67D}"/>
          </ac:spMkLst>
        </pc:spChg>
        <pc:spChg chg="mod">
          <ac:chgData name="Ch. Mrudhula" userId="a653841b7e699461" providerId="LiveId" clId="{E7BC7DDD-9DCB-4DA7-9515-C23E50AC6C71}" dt="2025-05-28T05:29:10.981" v="1483" actId="1076"/>
          <ac:spMkLst>
            <pc:docMk/>
            <pc:sldMk cId="2249810669" sldId="256"/>
            <ac:spMk id="43" creationId="{55F827C5-EB36-36D8-57E4-E142A1A8C67D}"/>
          </ac:spMkLst>
        </pc:spChg>
        <pc:spChg chg="mod">
          <ac:chgData name="Ch. Mrudhula" userId="a653841b7e699461" providerId="LiveId" clId="{E7BC7DDD-9DCB-4DA7-9515-C23E50AC6C71}" dt="2025-05-28T05:24:33.585" v="1441" actId="1076"/>
          <ac:spMkLst>
            <pc:docMk/>
            <pc:sldMk cId="2249810669" sldId="256"/>
            <ac:spMk id="45" creationId="{00000000-0000-0000-0000-000000000000}"/>
          </ac:spMkLst>
        </pc:spChg>
        <pc:spChg chg="mod">
          <ac:chgData name="Ch. Mrudhula" userId="a653841b7e699461" providerId="LiveId" clId="{E7BC7DDD-9DCB-4DA7-9515-C23E50AC6C71}" dt="2025-05-28T05:26:10.847" v="1455" actId="14100"/>
          <ac:spMkLst>
            <pc:docMk/>
            <pc:sldMk cId="2249810669" sldId="256"/>
            <ac:spMk id="46" creationId="{00000000-0000-0000-0000-000000000000}"/>
          </ac:spMkLst>
        </pc:spChg>
        <pc:spChg chg="mod">
          <ac:chgData name="Ch. Mrudhula" userId="a653841b7e699461" providerId="LiveId" clId="{E7BC7DDD-9DCB-4DA7-9515-C23E50AC6C71}" dt="2025-05-28T05:26:34.688" v="1460" actId="1076"/>
          <ac:spMkLst>
            <pc:docMk/>
            <pc:sldMk cId="2249810669" sldId="256"/>
            <ac:spMk id="47" creationId="{00000000-0000-0000-0000-000000000000}"/>
          </ac:spMkLst>
        </pc:spChg>
        <pc:spChg chg="del">
          <ac:chgData name="Ch. Mrudhula" userId="a653841b7e699461" providerId="LiveId" clId="{E7BC7DDD-9DCB-4DA7-9515-C23E50AC6C71}" dt="2025-05-29T13:09:03.108" v="1644" actId="21"/>
          <ac:spMkLst>
            <pc:docMk/>
            <pc:sldMk cId="2249810669" sldId="256"/>
            <ac:spMk id="48" creationId="{A362008D-D9AE-CC4A-00C7-D2C269A08BF0}"/>
          </ac:spMkLst>
        </pc:spChg>
        <pc:spChg chg="add del mod">
          <ac:chgData name="Ch. Mrudhula" userId="a653841b7e699461" providerId="LiveId" clId="{E7BC7DDD-9DCB-4DA7-9515-C23E50AC6C71}" dt="2025-05-29T13:08:32.214" v="1630"/>
          <ac:spMkLst>
            <pc:docMk/>
            <pc:sldMk cId="2249810669" sldId="256"/>
            <ac:spMk id="50" creationId="{A362008D-D9AE-CC4A-00C7-D2C269A08BF0}"/>
          </ac:spMkLst>
        </pc:spChg>
        <pc:spChg chg="mod">
          <ac:chgData name="Ch. Mrudhula" userId="a653841b7e699461" providerId="LiveId" clId="{E7BC7DDD-9DCB-4DA7-9515-C23E50AC6C71}" dt="2025-05-28T05:25:56.637" v="1452" actId="1076"/>
          <ac:spMkLst>
            <pc:docMk/>
            <pc:sldMk cId="2249810669" sldId="256"/>
            <ac:spMk id="51" creationId="{00000000-0000-0000-0000-000000000000}"/>
          </ac:spMkLst>
        </pc:spChg>
        <pc:spChg chg="add mod">
          <ac:chgData name="Ch. Mrudhula" userId="a653841b7e699461" providerId="LiveId" clId="{E7BC7DDD-9DCB-4DA7-9515-C23E50AC6C71}" dt="2025-05-27T08:58:37.375" v="1124" actId="14100"/>
          <ac:spMkLst>
            <pc:docMk/>
            <pc:sldMk cId="2249810669" sldId="256"/>
            <ac:spMk id="52" creationId="{2883BE60-A64B-B976-4060-ADB20605EADE}"/>
          </ac:spMkLst>
        </pc:spChg>
        <pc:spChg chg="mod">
          <ac:chgData name="Ch. Mrudhula" userId="a653841b7e699461" providerId="LiveId" clId="{E7BC7DDD-9DCB-4DA7-9515-C23E50AC6C71}" dt="2025-05-28T05:27:14.273" v="1466" actId="1076"/>
          <ac:spMkLst>
            <pc:docMk/>
            <pc:sldMk cId="2249810669" sldId="256"/>
            <ac:spMk id="53" creationId="{00000000-0000-0000-0000-000000000000}"/>
          </ac:spMkLst>
        </pc:spChg>
        <pc:spChg chg="mod">
          <ac:chgData name="Ch. Mrudhula" userId="a653841b7e699461" providerId="LiveId" clId="{E7BC7DDD-9DCB-4DA7-9515-C23E50AC6C71}" dt="2025-05-29T12:48:29.128" v="1514" actId="113"/>
          <ac:spMkLst>
            <pc:docMk/>
            <pc:sldMk cId="2249810669" sldId="256"/>
            <ac:spMk id="54" creationId="{A362008D-D9AE-CC4A-00C7-D2C269A08BF0}"/>
          </ac:spMkLst>
        </pc:spChg>
        <pc:spChg chg="add mod">
          <ac:chgData name="Ch. Mrudhula" userId="a653841b7e699461" providerId="LiveId" clId="{E7BC7DDD-9DCB-4DA7-9515-C23E50AC6C71}" dt="2025-05-27T08:57:55.264" v="1115" actId="113"/>
          <ac:spMkLst>
            <pc:docMk/>
            <pc:sldMk cId="2249810669" sldId="256"/>
            <ac:spMk id="55" creationId="{24D1B124-FCD1-452A-1A50-B0E6C78E0903}"/>
          </ac:spMkLst>
        </pc:spChg>
        <pc:spChg chg="mod">
          <ac:chgData name="Ch. Mrudhula" userId="a653841b7e699461" providerId="LiveId" clId="{E7BC7DDD-9DCB-4DA7-9515-C23E50AC6C71}" dt="2025-05-29T12:49:08.310" v="1520" actId="20577"/>
          <ac:spMkLst>
            <pc:docMk/>
            <pc:sldMk cId="2249810669" sldId="256"/>
            <ac:spMk id="57" creationId="{7703A457-D283-BFCB-9D1B-B20E398557C2}"/>
          </ac:spMkLst>
        </pc:spChg>
        <pc:spChg chg="add mod">
          <ac:chgData name="Ch. Mrudhula" userId="a653841b7e699461" providerId="LiveId" clId="{E7BC7DDD-9DCB-4DA7-9515-C23E50AC6C71}" dt="2025-05-28T05:20:14.816" v="1410" actId="14100"/>
          <ac:spMkLst>
            <pc:docMk/>
            <pc:sldMk cId="2249810669" sldId="256"/>
            <ac:spMk id="58" creationId="{7DE9C706-3E18-C0A4-CC60-38CD8A4C970A}"/>
          </ac:spMkLst>
        </pc:spChg>
        <pc:spChg chg="add mod">
          <ac:chgData name="Ch. Mrudhula" userId="a653841b7e699461" providerId="LiveId" clId="{E7BC7DDD-9DCB-4DA7-9515-C23E50AC6C71}" dt="2025-05-27T08:58:08.576" v="1117" actId="113"/>
          <ac:spMkLst>
            <pc:docMk/>
            <pc:sldMk cId="2249810669" sldId="256"/>
            <ac:spMk id="59" creationId="{98339D16-75B3-C51D-697F-9079E3339858}"/>
          </ac:spMkLst>
        </pc:spChg>
        <pc:spChg chg="add mod">
          <ac:chgData name="Ch. Mrudhula" userId="a653841b7e699461" providerId="LiveId" clId="{E7BC7DDD-9DCB-4DA7-9515-C23E50AC6C71}" dt="2025-05-27T08:57:51.960" v="1114" actId="113"/>
          <ac:spMkLst>
            <pc:docMk/>
            <pc:sldMk cId="2249810669" sldId="256"/>
            <ac:spMk id="60" creationId="{61F3E396-69A6-F871-F4BD-A3B91B8B05DB}"/>
          </ac:spMkLst>
        </pc:spChg>
        <pc:spChg chg="add mod">
          <ac:chgData name="Ch. Mrudhula" userId="a653841b7e699461" providerId="LiveId" clId="{E7BC7DDD-9DCB-4DA7-9515-C23E50AC6C71}" dt="2025-05-28T05:26:01.331" v="1453" actId="14100"/>
          <ac:spMkLst>
            <pc:docMk/>
            <pc:sldMk cId="2249810669" sldId="256"/>
            <ac:spMk id="90" creationId="{CE410E68-1733-7BAF-EDBE-D2518B9B5260}"/>
          </ac:spMkLst>
        </pc:spChg>
        <pc:spChg chg="add mod">
          <ac:chgData name="Ch. Mrudhula" userId="a653841b7e699461" providerId="LiveId" clId="{E7BC7DDD-9DCB-4DA7-9515-C23E50AC6C71}" dt="2025-05-27T09:06:44.450" v="1145"/>
          <ac:spMkLst>
            <pc:docMk/>
            <pc:sldMk cId="2249810669" sldId="256"/>
            <ac:spMk id="91" creationId="{C70786E1-BFCF-651E-1D5B-965943B9FCB5}"/>
          </ac:spMkLst>
        </pc:spChg>
        <pc:spChg chg="add mod">
          <ac:chgData name="Ch. Mrudhula" userId="a653841b7e699461" providerId="LiveId" clId="{E7BC7DDD-9DCB-4DA7-9515-C23E50AC6C71}" dt="2025-05-27T09:11:27.194" v="1172"/>
          <ac:spMkLst>
            <pc:docMk/>
            <pc:sldMk cId="2249810669" sldId="256"/>
            <ac:spMk id="92" creationId="{8219A6A7-BF5A-C251-81E7-D5DFC31BB03C}"/>
          </ac:spMkLst>
        </pc:spChg>
        <pc:spChg chg="add mod">
          <ac:chgData name="Ch. Mrudhula" userId="a653841b7e699461" providerId="LiveId" clId="{E7BC7DDD-9DCB-4DA7-9515-C23E50AC6C71}" dt="2025-05-28T05:25:51.191" v="1451" actId="14100"/>
          <ac:spMkLst>
            <pc:docMk/>
            <pc:sldMk cId="2249810669" sldId="256"/>
            <ac:spMk id="93" creationId="{F6CFF951-9F62-0287-359F-97960F85418D}"/>
          </ac:spMkLst>
        </pc:spChg>
        <pc:spChg chg="add mod">
          <ac:chgData name="Ch. Mrudhula" userId="a653841b7e699461" providerId="LiveId" clId="{E7BC7DDD-9DCB-4DA7-9515-C23E50AC6C71}" dt="2025-05-27T09:13:18.542" v="1200"/>
          <ac:spMkLst>
            <pc:docMk/>
            <pc:sldMk cId="2249810669" sldId="256"/>
            <ac:spMk id="94" creationId="{63D10984-B069-4612-B23C-C3EE9F9EC397}"/>
          </ac:spMkLst>
        </pc:spChg>
        <pc:spChg chg="add mod">
          <ac:chgData name="Ch. Mrudhula" userId="a653841b7e699461" providerId="LiveId" clId="{E7BC7DDD-9DCB-4DA7-9515-C23E50AC6C71}" dt="2025-05-27T09:13:39.275" v="1205" actId="20577"/>
          <ac:spMkLst>
            <pc:docMk/>
            <pc:sldMk cId="2249810669" sldId="256"/>
            <ac:spMk id="95" creationId="{084FCCE0-AD55-37AA-CF5D-508E1ADA9C97}"/>
          </ac:spMkLst>
        </pc:spChg>
        <pc:spChg chg="add mod">
          <ac:chgData name="Ch. Mrudhula" userId="a653841b7e699461" providerId="LiveId" clId="{E7BC7DDD-9DCB-4DA7-9515-C23E50AC6C71}" dt="2025-05-29T12:54:11.800" v="1539" actId="20577"/>
          <ac:spMkLst>
            <pc:docMk/>
            <pc:sldMk cId="2249810669" sldId="256"/>
            <ac:spMk id="115" creationId="{23D4C04C-8EE7-8770-40BB-019FB4B84716}"/>
          </ac:spMkLst>
        </pc:spChg>
        <pc:spChg chg="add mod">
          <ac:chgData name="Ch. Mrudhula" userId="a653841b7e699461" providerId="LiveId" clId="{E7BC7DDD-9DCB-4DA7-9515-C23E50AC6C71}" dt="2025-05-29T13:00:04.692" v="1569" actId="20577"/>
          <ac:spMkLst>
            <pc:docMk/>
            <pc:sldMk cId="2249810669" sldId="256"/>
            <ac:spMk id="116" creationId="{E56A333C-C453-5AB4-08BD-7ADBF6C02FB2}"/>
          </ac:spMkLst>
        </pc:spChg>
        <pc:picChg chg="mod">
          <ac:chgData name="Ch. Mrudhula" userId="a653841b7e699461" providerId="LiveId" clId="{E7BC7DDD-9DCB-4DA7-9515-C23E50AC6C71}" dt="2025-05-28T05:35:57.455" v="1509" actId="14100"/>
          <ac:picMkLst>
            <pc:docMk/>
            <pc:sldMk cId="2249810669" sldId="256"/>
            <ac:picMk id="6" creationId="{75D5CD88-9384-9D54-47A7-F602A49EF7D6}"/>
          </ac:picMkLst>
        </pc:picChg>
        <pc:picChg chg="mod">
          <ac:chgData name="Ch. Mrudhula" userId="a653841b7e699461" providerId="LiveId" clId="{E7BC7DDD-9DCB-4DA7-9515-C23E50AC6C71}" dt="2025-05-29T12:50:14.334" v="1525" actId="1076"/>
          <ac:picMkLst>
            <pc:docMk/>
            <pc:sldMk cId="2249810669" sldId="256"/>
            <ac:picMk id="11" creationId="{633C21F6-86F8-EFFB-D50A-721E80D5F3DC}"/>
          </ac:picMkLst>
        </pc:picChg>
        <pc:picChg chg="add mod">
          <ac:chgData name="Ch. Mrudhula" userId="a653841b7e699461" providerId="LiveId" clId="{E7BC7DDD-9DCB-4DA7-9515-C23E50AC6C71}" dt="2025-05-29T13:21:51.168" v="1700" actId="14100"/>
          <ac:picMkLst>
            <pc:docMk/>
            <pc:sldMk cId="2249810669" sldId="256"/>
            <ac:picMk id="18" creationId="{1918F04D-DF71-E3DE-F9BA-0792177D77C0}"/>
          </ac:picMkLst>
        </pc:picChg>
        <pc:picChg chg="add mod">
          <ac:chgData name="Ch. Mrudhula" userId="a653841b7e699461" providerId="LiveId" clId="{E7BC7DDD-9DCB-4DA7-9515-C23E50AC6C71}" dt="2025-05-29T13:24:38.180" v="1721" actId="14100"/>
          <ac:picMkLst>
            <pc:docMk/>
            <pc:sldMk cId="2249810669" sldId="256"/>
            <ac:picMk id="21" creationId="{7FD6CC7D-B7B3-0A0F-5C78-5BA2B2009997}"/>
          </ac:picMkLst>
        </pc:picChg>
        <pc:picChg chg="mod">
          <ac:chgData name="Ch. Mrudhula" userId="a653841b7e699461" providerId="LiveId" clId="{E7BC7DDD-9DCB-4DA7-9515-C23E50AC6C71}" dt="2025-05-27T08:06:33.950" v="312" actId="1076"/>
          <ac:picMkLst>
            <pc:docMk/>
            <pc:sldMk cId="2249810669" sldId="256"/>
            <ac:picMk id="56" creationId="{00000000-0000-0000-0000-000000000000}"/>
          </ac:picMkLst>
        </pc:picChg>
        <pc:picChg chg="add del mod">
          <ac:chgData name="Ch. Mrudhula" userId="a653841b7e699461" providerId="LiveId" clId="{E7BC7DDD-9DCB-4DA7-9515-C23E50AC6C71}" dt="2025-05-29T12:54:08.674" v="1538" actId="478"/>
          <ac:picMkLst>
            <pc:docMk/>
            <pc:sldMk cId="2249810669" sldId="256"/>
            <ac:picMk id="1032" creationId="{1918F04D-DF71-E3DE-F9BA-0792177D77C0}"/>
          </ac:picMkLst>
        </pc:picChg>
        <pc:picChg chg="add del mod">
          <ac:chgData name="Ch. Mrudhula" userId="a653841b7e699461" providerId="LiveId" clId="{E7BC7DDD-9DCB-4DA7-9515-C23E50AC6C71}" dt="2025-05-29T13:00:01.871" v="1568" actId="478"/>
          <ac:picMkLst>
            <pc:docMk/>
            <pc:sldMk cId="2249810669" sldId="256"/>
            <ac:picMk id="1034" creationId="{7FD6CC7D-B7B3-0A0F-5C78-5BA2B2009997}"/>
          </ac:picMkLst>
        </pc:picChg>
        <pc:cxnChg chg="add mod">
          <ac:chgData name="Ch. Mrudhula" userId="a653841b7e699461" providerId="LiveId" clId="{E7BC7DDD-9DCB-4DA7-9515-C23E50AC6C71}" dt="2025-05-28T05:22:43.281" v="1426" actId="14100"/>
          <ac:cxnSpMkLst>
            <pc:docMk/>
            <pc:sldMk cId="2249810669" sldId="256"/>
            <ac:cxnSpMk id="64" creationId="{8F691C39-8D47-F227-9168-74B87375041B}"/>
          </ac:cxnSpMkLst>
        </pc:cxnChg>
        <pc:cxnChg chg="add mod">
          <ac:chgData name="Ch. Mrudhula" userId="a653841b7e699461" providerId="LiveId" clId="{E7BC7DDD-9DCB-4DA7-9515-C23E50AC6C71}" dt="2025-05-27T08:52:28.718" v="1083" actId="1582"/>
          <ac:cxnSpMkLst>
            <pc:docMk/>
            <pc:sldMk cId="2249810669" sldId="256"/>
            <ac:cxnSpMk id="67" creationId="{F209D38B-E4AC-533E-2045-D21F363B3B11}"/>
          </ac:cxnSpMkLst>
        </pc:cxnChg>
        <pc:cxnChg chg="add mod">
          <ac:chgData name="Ch. Mrudhula" userId="a653841b7e699461" providerId="LiveId" clId="{E7BC7DDD-9DCB-4DA7-9515-C23E50AC6C71}" dt="2025-05-27T08:58:37.375" v="1124" actId="14100"/>
          <ac:cxnSpMkLst>
            <pc:docMk/>
            <pc:sldMk cId="2249810669" sldId="256"/>
            <ac:cxnSpMk id="69" creationId="{E59F275E-CEEA-4C01-0AA0-49E3265750B0}"/>
          </ac:cxnSpMkLst>
        </pc:cxnChg>
        <pc:cxnChg chg="add mod">
          <ac:chgData name="Ch. Mrudhula" userId="a653841b7e699461" providerId="LiveId" clId="{E7BC7DDD-9DCB-4DA7-9515-C23E50AC6C71}" dt="2025-05-27T08:55:29.315" v="1098" actId="14100"/>
          <ac:cxnSpMkLst>
            <pc:docMk/>
            <pc:sldMk cId="2249810669" sldId="256"/>
            <ac:cxnSpMk id="72" creationId="{1032258F-BB52-496A-4AC3-00411F3F0C51}"/>
          </ac:cxnSpMkLst>
        </pc:cxnChg>
        <pc:cxnChg chg="add mod">
          <ac:chgData name="Ch. Mrudhula" userId="a653841b7e699461" providerId="LiveId" clId="{E7BC7DDD-9DCB-4DA7-9515-C23E50AC6C71}" dt="2025-05-28T05:30:07.868" v="1487" actId="14100"/>
          <ac:cxnSpMkLst>
            <pc:docMk/>
            <pc:sldMk cId="2249810669" sldId="256"/>
            <ac:cxnSpMk id="75" creationId="{C9AD101B-8696-560C-9E93-464FD2088527}"/>
          </ac:cxnSpMkLst>
        </pc:cxnChg>
        <pc:cxnChg chg="add mod">
          <ac:chgData name="Ch. Mrudhula" userId="a653841b7e699461" providerId="LiveId" clId="{E7BC7DDD-9DCB-4DA7-9515-C23E50AC6C71}" dt="2025-05-28T05:30:21.689" v="1490" actId="14100"/>
          <ac:cxnSpMkLst>
            <pc:docMk/>
            <pc:sldMk cId="2249810669" sldId="256"/>
            <ac:cxnSpMk id="81" creationId="{1611975C-FC0B-E764-ECAC-5058F3B93221}"/>
          </ac:cxnSpMkLst>
        </pc:cxnChg>
        <pc:cxnChg chg="add mod">
          <ac:chgData name="Ch. Mrudhula" userId="a653841b7e699461" providerId="LiveId" clId="{E7BC7DDD-9DCB-4DA7-9515-C23E50AC6C71}" dt="2025-05-28T05:30:13.886" v="1488" actId="1076"/>
          <ac:cxnSpMkLst>
            <pc:docMk/>
            <pc:sldMk cId="2249810669" sldId="256"/>
            <ac:cxnSpMk id="83" creationId="{C189E6BB-FEDB-52E3-3F6E-8E67DCA5A893}"/>
          </ac:cxnSpMkLst>
        </pc:cxnChg>
        <pc:cxnChg chg="add mod">
          <ac:chgData name="Ch. Mrudhula" userId="a653841b7e699461" providerId="LiveId" clId="{E7BC7DDD-9DCB-4DA7-9515-C23E50AC6C71}" dt="2025-05-27T09:18:12.735" v="1244" actId="14100"/>
          <ac:cxnSpMkLst>
            <pc:docMk/>
            <pc:sldMk cId="2249810669" sldId="256"/>
            <ac:cxnSpMk id="87" creationId="{FBFF7B02-0FA6-AB3A-8306-846061E21FD6}"/>
          </ac:cxnSpMkLst>
        </pc:cxnChg>
        <pc:cxnChg chg="add mod">
          <ac:chgData name="Ch. Mrudhula" userId="a653841b7e699461" providerId="LiveId" clId="{E7BC7DDD-9DCB-4DA7-9515-C23E50AC6C71}" dt="2025-05-27T09:14:08.563" v="1210" actId="1076"/>
          <ac:cxnSpMkLst>
            <pc:docMk/>
            <pc:sldMk cId="2249810669" sldId="256"/>
            <ac:cxnSpMk id="96" creationId="{0E7842A9-C0EC-753C-4320-F4A048D475A0}"/>
          </ac:cxnSpMkLst>
        </pc:cxnChg>
        <pc:cxnChg chg="add mod">
          <ac:chgData name="Ch. Mrudhula" userId="a653841b7e699461" providerId="LiveId" clId="{E7BC7DDD-9DCB-4DA7-9515-C23E50AC6C71}" dt="2025-05-27T09:15:53.141" v="1226" actId="14100"/>
          <ac:cxnSpMkLst>
            <pc:docMk/>
            <pc:sldMk cId="2249810669" sldId="256"/>
            <ac:cxnSpMk id="97" creationId="{0582D682-4414-EC86-A65F-E68F5F54013A}"/>
          </ac:cxnSpMkLst>
        </pc:cxnChg>
        <pc:cxnChg chg="add mod">
          <ac:chgData name="Ch. Mrudhula" userId="a653841b7e699461" providerId="LiveId" clId="{E7BC7DDD-9DCB-4DA7-9515-C23E50AC6C71}" dt="2025-05-27T09:15:20.497" v="1220" actId="1076"/>
          <ac:cxnSpMkLst>
            <pc:docMk/>
            <pc:sldMk cId="2249810669" sldId="256"/>
            <ac:cxnSpMk id="102" creationId="{AA8B6174-EB53-473B-57B4-03FBCFDE625B}"/>
          </ac:cxnSpMkLst>
        </pc:cxnChg>
        <pc:cxnChg chg="add mod">
          <ac:chgData name="Ch. Mrudhula" userId="a653841b7e699461" providerId="LiveId" clId="{E7BC7DDD-9DCB-4DA7-9515-C23E50AC6C71}" dt="2025-05-27T09:15:45.985" v="1225" actId="14100"/>
          <ac:cxnSpMkLst>
            <pc:docMk/>
            <pc:sldMk cId="2249810669" sldId="256"/>
            <ac:cxnSpMk id="103" creationId="{54A60108-4701-3479-2C42-B56842B0CF87}"/>
          </ac:cxnSpMkLst>
        </pc:cxnChg>
        <pc:cxnChg chg="add mod">
          <ac:chgData name="Ch. Mrudhula" userId="a653841b7e699461" providerId="LiveId" clId="{E7BC7DDD-9DCB-4DA7-9515-C23E50AC6C71}" dt="2025-05-27T09:16:16.751" v="1232" actId="14100"/>
          <ac:cxnSpMkLst>
            <pc:docMk/>
            <pc:sldMk cId="2249810669" sldId="256"/>
            <ac:cxnSpMk id="106" creationId="{417BF461-BE48-3F54-77AA-FFE523D951A7}"/>
          </ac:cxnSpMkLst>
        </pc:cxnChg>
        <pc:cxnChg chg="add mod">
          <ac:chgData name="Ch. Mrudhula" userId="a653841b7e699461" providerId="LiveId" clId="{E7BC7DDD-9DCB-4DA7-9515-C23E50AC6C71}" dt="2025-05-27T09:17:49.489" v="1243" actId="14100"/>
          <ac:cxnSpMkLst>
            <pc:docMk/>
            <pc:sldMk cId="2249810669" sldId="256"/>
            <ac:cxnSpMk id="108" creationId="{7094FE53-045D-3505-38C4-1A2E4B97C32F}"/>
          </ac:cxnSpMkLst>
        </pc:cxnChg>
        <pc:cxnChg chg="add mod">
          <ac:chgData name="Ch. Mrudhula" userId="a653841b7e699461" providerId="LiveId" clId="{E7BC7DDD-9DCB-4DA7-9515-C23E50AC6C71}" dt="2025-05-27T09:17:41.679" v="1242" actId="1076"/>
          <ac:cxnSpMkLst>
            <pc:docMk/>
            <pc:sldMk cId="2249810669" sldId="256"/>
            <ac:cxnSpMk id="109" creationId="{8F62F877-957D-5F3B-CFFC-2AD6B39541D9}"/>
          </ac:cxnSpMkLst>
        </pc:cxnChg>
        <pc:cxnChg chg="add mod">
          <ac:chgData name="Ch. Mrudhula" userId="a653841b7e699461" providerId="LiveId" clId="{E7BC7DDD-9DCB-4DA7-9515-C23E50AC6C71}" dt="2025-05-27T09:18:33.984" v="1248" actId="1076"/>
          <ac:cxnSpMkLst>
            <pc:docMk/>
            <pc:sldMk cId="2249810669" sldId="256"/>
            <ac:cxnSpMk id="114" creationId="{1AC5B831-FCDC-0150-9605-17C98E82517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F757CC-C832-3EB9-8642-C2DADE82A7D6}"/>
              </a:ext>
            </a:extLst>
          </p:cNvPr>
          <p:cNvSpPr/>
          <p:nvPr/>
        </p:nvSpPr>
        <p:spPr>
          <a:xfrm>
            <a:off x="0" y="-16688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43" y="213958"/>
            <a:ext cx="15952717" cy="229053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0" y="12244963"/>
            <a:ext cx="16459203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4169" y="9316764"/>
            <a:ext cx="16459203" cy="2919040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3" y="3495088"/>
            <a:ext cx="16459203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19" name="Rectangle 18"/>
          <p:cNvSpPr/>
          <p:nvPr/>
        </p:nvSpPr>
        <p:spPr>
          <a:xfrm>
            <a:off x="347835" y="3478313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-2" y="2719579"/>
            <a:ext cx="16459203" cy="7755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22" name="Rectangle 21"/>
          <p:cNvSpPr/>
          <p:nvPr/>
        </p:nvSpPr>
        <p:spPr>
          <a:xfrm>
            <a:off x="329930" y="9378662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9930" y="12215162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-143954" y="2607238"/>
            <a:ext cx="16775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CNN and RNN for a Voice-Activated AI Assistant On Laptops to Improve Accuracy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0" y="6420661"/>
            <a:ext cx="16459203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3" y="14778013"/>
            <a:ext cx="16459203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0" y="18671665"/>
            <a:ext cx="16459203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14204" y="17877881"/>
            <a:ext cx="16459203" cy="7755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Random Forest and RNN for Voice Command Recognition in AI Assistants to Improve Accuracy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0" y="21595400"/>
            <a:ext cx="16459203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14204" y="24538969"/>
            <a:ext cx="16459203" cy="2919040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4169" y="27459187"/>
            <a:ext cx="16459203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0" y="29999360"/>
            <a:ext cx="16459203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20" name="Rectangle 19"/>
          <p:cNvSpPr/>
          <p:nvPr/>
        </p:nvSpPr>
        <p:spPr>
          <a:xfrm>
            <a:off x="329929" y="6437105"/>
            <a:ext cx="506333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7835" y="14791997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 flipV="1">
            <a:off x="329930" y="29563021"/>
            <a:ext cx="14539198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04800" algn="just" rtl="0">
              <a:buNone/>
            </a:pPr>
            <a:endParaRPr lang="en-IN" sz="2400" b="0" dirty="0">
              <a:effectLst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47835" y="18697495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47834" y="24551641"/>
            <a:ext cx="1861986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1324" y="27476942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47835" y="21609186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35073" y="30030179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347834" y="30603112"/>
            <a:ext cx="157165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Sarbast, H. (2024).Voice recognition based on machine learning classification algorithms: A review. Indonesian Journal of Computer Science, 13(3).</a:t>
            </a:r>
          </a:p>
          <a:p>
            <a:pPr rt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Shiri, F. M., Perumal, T., Mustapha, N., &amp; Mohamed, R. (2024).A comprehensive overview and comparative analysis on deep learning models: CNN, RNN, LSTM, GRU.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arXiv:2305.17473.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Mishra, S., Bhatnagar, N., Prakasam, P., &amp; T. R, S. (2024).Speech emotion recognition and classification using hybrid deep CNN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 Journal of Computer Systems and Applications, 2(1), 1–8.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165B44-7DDE-F00F-DFA5-3BD9E7D96B13}"/>
              </a:ext>
            </a:extLst>
          </p:cNvPr>
          <p:cNvSpPr txBox="1"/>
          <p:nvPr/>
        </p:nvSpPr>
        <p:spPr>
          <a:xfrm>
            <a:off x="9643463" y="1470940"/>
            <a:ext cx="642088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No:192373003</a:t>
            </a:r>
          </a:p>
          <a:p>
            <a:pPr algn="r"/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Name: Chittabattina Mrudhula</a:t>
            </a:r>
          </a:p>
          <a:p>
            <a:pPr algn="r"/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Dr. C. SenthilKumar</a:t>
            </a:r>
            <a:endParaRPr lang="en-IN" sz="25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03A457-D283-BFCB-9D1B-B20E398557C2}"/>
              </a:ext>
            </a:extLst>
          </p:cNvPr>
          <p:cNvSpPr txBox="1"/>
          <p:nvPr/>
        </p:nvSpPr>
        <p:spPr>
          <a:xfrm>
            <a:off x="5393268" y="24460719"/>
            <a:ext cx="105611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Random forest model achieved a higher mean accuracy of 84.8%, compared to 76.2% for the Random Forest model on the voice command recognition task.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deviation was 6.3 for RNN and 5.9 for Random Forest, indicating that Random forest had slightly more stable performance across validation folds.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 clearly shows Random Forest outperforming RNN , with a visibly taller bar and minimal overlap in their 95% confidence intervals.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D5CD88-9384-9D54-47A7-F602A49EF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36" y="9982751"/>
            <a:ext cx="4566192" cy="220819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53B4FA4A-4F55-442B-2A49-69DC6B9C2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197" y="9572863"/>
            <a:ext cx="1127796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CNN model achieved a higher mean accuracy of 87.8%, compared to 79.0% for the RNN model, indicating better overall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deviation was 4.26 for CNN and 5.16 for RNN, showing that CNN results were slightly more consistent.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 clearly displays the difference, with CNN's bar taller and minimal overlap in 95% confidence intervals, supporting statistical significance.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955649-779D-3A3B-43B1-E78F6D57F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84" y="15383298"/>
            <a:ext cx="156913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Shiri, F. M., Perumal, T., Mustapha, N., &amp; Mohamed, R. (2024). A comprehensive overview and comparative analysis on deep learning models: CNN, RNN, LSTM, GRU.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arXiv:2305.17473.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Markose, A., &amp;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Ponnuvarman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(2025). Comparative analysis of convolutional neural network and recurrent neural networks for image processing and data analysis. In AIP Conference Proceedings (Vol. 3175, No. 1, p. 020009).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Mishra, S., Bhatnagar, N., Prakasam, P., &amp; T. R, S. (2024). Speech emotion recognition and classification using hybrid deep CNN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 Journal of Computer Systems and Applications, 2(1), 1–8.</a:t>
            </a:r>
            <a:endParaRPr kumimoji="0" lang="en-US" altLang="en-US" sz="2400" b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3C21F6-86F8-EFFB-D50A-721E80D5F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34" y="25145887"/>
            <a:ext cx="4878291" cy="231271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ACFFDDB-FF8B-DF29-A441-06116F416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446" y="38406741"/>
            <a:ext cx="1476398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achieved higher accuracy and showed more consistent results, indicating its robustness for voice recognition on laptops.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outperforms RNN in accuracy for voice-activated AI assistants on laptops , CNN is the preferred model for deployment due to better performance and reliability.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 T-test Statistical analysis, the significance value of  p=0.004 (independent sample T - test p&lt;0.05) is obtained and shows that there is a statistically significant difference between the group 1 and group 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267480-0C51-38AB-F81F-55C7F15EFE6F}"/>
              </a:ext>
            </a:extLst>
          </p:cNvPr>
          <p:cNvSpPr/>
          <p:nvPr/>
        </p:nvSpPr>
        <p:spPr>
          <a:xfrm>
            <a:off x="347835" y="7647204"/>
            <a:ext cx="2997367" cy="1126513"/>
          </a:xfrm>
          <a:prstGeom prst="roundRect">
            <a:avLst/>
          </a:prstGeom>
          <a:noFill/>
          <a:ln w="50800" cmpd="sng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    </a:t>
            </a:r>
          </a:p>
          <a:p>
            <a:pPr algn="ctr"/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Voice commands dataset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883BE60-A64B-B976-4060-ADB20605EADE}"/>
              </a:ext>
            </a:extLst>
          </p:cNvPr>
          <p:cNvSpPr/>
          <p:nvPr/>
        </p:nvSpPr>
        <p:spPr>
          <a:xfrm>
            <a:off x="3818983" y="7051271"/>
            <a:ext cx="3318414" cy="1049040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   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Noise reduction       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Normalization          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4D1B124-FCD1-452A-1A50-B0E6C78E0903}"/>
              </a:ext>
            </a:extLst>
          </p:cNvPr>
          <p:cNvSpPr/>
          <p:nvPr/>
        </p:nvSpPr>
        <p:spPr>
          <a:xfrm>
            <a:off x="8188732" y="6471606"/>
            <a:ext cx="4247748" cy="1105133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  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CNN Model Architecture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- RNN Model Architecture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DE9C706-3E18-C0A4-CC60-38CD8A4C970A}"/>
              </a:ext>
            </a:extLst>
          </p:cNvPr>
          <p:cNvSpPr/>
          <p:nvPr/>
        </p:nvSpPr>
        <p:spPr>
          <a:xfrm>
            <a:off x="12955341" y="7675862"/>
            <a:ext cx="3240819" cy="1111902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        Train on preprocessed   voice data             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8339D16-75B3-C51D-697F-9079E3339858}"/>
              </a:ext>
            </a:extLst>
          </p:cNvPr>
          <p:cNvSpPr/>
          <p:nvPr/>
        </p:nvSpPr>
        <p:spPr>
          <a:xfrm>
            <a:off x="9474043" y="8197236"/>
            <a:ext cx="3007517" cy="1098285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  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Accuracy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1F3E396-69A6-F871-F4BD-A3B91B8B05DB}"/>
              </a:ext>
            </a:extLst>
          </p:cNvPr>
          <p:cNvSpPr/>
          <p:nvPr/>
        </p:nvSpPr>
        <p:spPr>
          <a:xfrm>
            <a:off x="5226125" y="8243508"/>
            <a:ext cx="3518066" cy="1049040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Comparison      </a:t>
            </a:r>
          </a:p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Compare CNN vs RNN      - Visualize using bar chart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F691C39-8D47-F227-9168-74B87375041B}"/>
              </a:ext>
            </a:extLst>
          </p:cNvPr>
          <p:cNvCxnSpPr>
            <a:cxnSpLocks/>
            <a:stCxn id="38" idx="0"/>
          </p:cNvCxnSpPr>
          <p:nvPr/>
        </p:nvCxnSpPr>
        <p:spPr>
          <a:xfrm flipH="1" flipV="1">
            <a:off x="1833758" y="7239000"/>
            <a:ext cx="12761" cy="408204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209D38B-E4AC-533E-2045-D21F363B3B11}"/>
              </a:ext>
            </a:extLst>
          </p:cNvPr>
          <p:cNvCxnSpPr/>
          <p:nvPr/>
        </p:nvCxnSpPr>
        <p:spPr>
          <a:xfrm>
            <a:off x="1859280" y="7269480"/>
            <a:ext cx="195970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E59F275E-CEEA-4C01-0AA0-49E3265750B0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7137397" y="6991105"/>
            <a:ext cx="1051335" cy="584686"/>
          </a:xfrm>
          <a:prstGeom prst="bentConnector3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032258F-BB52-496A-4AC3-00411F3F0C51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2436480" y="7024173"/>
            <a:ext cx="2215355" cy="15241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9AD101B-8696-560C-9E93-464FD2088527}"/>
              </a:ext>
            </a:extLst>
          </p:cNvPr>
          <p:cNvCxnSpPr>
            <a:cxnSpLocks/>
          </p:cNvCxnSpPr>
          <p:nvPr/>
        </p:nvCxnSpPr>
        <p:spPr>
          <a:xfrm flipH="1">
            <a:off x="14613793" y="7017209"/>
            <a:ext cx="11649" cy="70368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611975C-FC0B-E764-ECAC-5058F3B93221}"/>
              </a:ext>
            </a:extLst>
          </p:cNvPr>
          <p:cNvCxnSpPr>
            <a:cxnSpLocks/>
          </p:cNvCxnSpPr>
          <p:nvPr/>
        </p:nvCxnSpPr>
        <p:spPr>
          <a:xfrm>
            <a:off x="14643559" y="8753729"/>
            <a:ext cx="8276" cy="332964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189E6BB-FEDB-52E3-3F6E-8E67DCA5A893}"/>
              </a:ext>
            </a:extLst>
          </p:cNvPr>
          <p:cNvCxnSpPr/>
          <p:nvPr/>
        </p:nvCxnSpPr>
        <p:spPr>
          <a:xfrm flipH="1">
            <a:off x="12481560" y="9120079"/>
            <a:ext cx="217027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BFF7B02-0FA6-AB3A-8306-846061E21FD6}"/>
              </a:ext>
            </a:extLst>
          </p:cNvPr>
          <p:cNvCxnSpPr>
            <a:cxnSpLocks/>
            <a:endCxn id="60" idx="3"/>
          </p:cNvCxnSpPr>
          <p:nvPr/>
        </p:nvCxnSpPr>
        <p:spPr>
          <a:xfrm flipH="1" flipV="1">
            <a:off x="8744191" y="8768028"/>
            <a:ext cx="729852" cy="197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CE410E68-1733-7BAF-EDBE-D2518B9B5260}"/>
              </a:ext>
            </a:extLst>
          </p:cNvPr>
          <p:cNvSpPr/>
          <p:nvPr/>
        </p:nvSpPr>
        <p:spPr>
          <a:xfrm>
            <a:off x="329929" y="22752374"/>
            <a:ext cx="2936403" cy="1126513"/>
          </a:xfrm>
          <a:prstGeom prst="roundRect">
            <a:avLst/>
          </a:prstGeom>
          <a:noFill/>
          <a:ln w="50800" cmpd="sng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    </a:t>
            </a:r>
          </a:p>
          <a:p>
            <a:pPr algn="ctr"/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Multiple speakers &amp; noise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70786E1-BFCF-651E-1D5B-965943B9FCB5}"/>
              </a:ext>
            </a:extLst>
          </p:cNvPr>
          <p:cNvSpPr/>
          <p:nvPr/>
        </p:nvSpPr>
        <p:spPr>
          <a:xfrm>
            <a:off x="3818983" y="22217645"/>
            <a:ext cx="3318414" cy="1049040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   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Noise reduction       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Silence removal          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8219A6A7-BF5A-C251-81E7-D5DFC31BB03C}"/>
              </a:ext>
            </a:extLst>
          </p:cNvPr>
          <p:cNvSpPr/>
          <p:nvPr/>
        </p:nvSpPr>
        <p:spPr>
          <a:xfrm>
            <a:off x="8091171" y="21672972"/>
            <a:ext cx="4247748" cy="1105133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 Engineering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-Sequence input for RNN 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6CFF951-9F62-0287-359F-97960F85418D}"/>
              </a:ext>
            </a:extLst>
          </p:cNvPr>
          <p:cNvSpPr/>
          <p:nvPr/>
        </p:nvSpPr>
        <p:spPr>
          <a:xfrm>
            <a:off x="12640218" y="22504786"/>
            <a:ext cx="3424132" cy="1252693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Design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-Random Forest Classifier with RNN</a:t>
            </a:r>
          </a:p>
          <a:p>
            <a:pPr algn="ctr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63D10984-B069-4612-B23C-C3EE9F9EC397}"/>
              </a:ext>
            </a:extLst>
          </p:cNvPr>
          <p:cNvSpPr/>
          <p:nvPr/>
        </p:nvSpPr>
        <p:spPr>
          <a:xfrm>
            <a:off x="9322773" y="23299476"/>
            <a:ext cx="2885707" cy="1144221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Training 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RF and RNN separately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84FCCE0-AD55-37AA-CF5D-508E1ADA9C97}"/>
              </a:ext>
            </a:extLst>
          </p:cNvPr>
          <p:cNvSpPr/>
          <p:nvPr/>
        </p:nvSpPr>
        <p:spPr>
          <a:xfrm>
            <a:off x="5103303" y="23394657"/>
            <a:ext cx="3518066" cy="1049040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Comparison      </a:t>
            </a:r>
          </a:p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Compare RF vs RNN      - Visualize using bar chart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E7842A9-C0EC-753C-4320-F4A048D475A0}"/>
              </a:ext>
            </a:extLst>
          </p:cNvPr>
          <p:cNvCxnSpPr>
            <a:cxnSpLocks/>
          </p:cNvCxnSpPr>
          <p:nvPr/>
        </p:nvCxnSpPr>
        <p:spPr>
          <a:xfrm flipV="1">
            <a:off x="1696201" y="22369901"/>
            <a:ext cx="0" cy="408204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582D682-4414-EC86-A65F-E68F5F54013A}"/>
              </a:ext>
            </a:extLst>
          </p:cNvPr>
          <p:cNvCxnSpPr>
            <a:cxnSpLocks/>
          </p:cNvCxnSpPr>
          <p:nvPr/>
        </p:nvCxnSpPr>
        <p:spPr>
          <a:xfrm>
            <a:off x="1696201" y="22385141"/>
            <a:ext cx="2122782" cy="3509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AA8B6174-EB53-473B-57B4-03FBCFDE625B}"/>
              </a:ext>
            </a:extLst>
          </p:cNvPr>
          <p:cNvCxnSpPr>
            <a:cxnSpLocks/>
          </p:cNvCxnSpPr>
          <p:nvPr/>
        </p:nvCxnSpPr>
        <p:spPr>
          <a:xfrm flipV="1">
            <a:off x="7106294" y="22159142"/>
            <a:ext cx="1051335" cy="584686"/>
          </a:xfrm>
          <a:prstGeom prst="bentConnector3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4A60108-4701-3479-2C42-B56842B0CF87}"/>
              </a:ext>
            </a:extLst>
          </p:cNvPr>
          <p:cNvCxnSpPr>
            <a:cxnSpLocks/>
          </p:cNvCxnSpPr>
          <p:nvPr/>
        </p:nvCxnSpPr>
        <p:spPr>
          <a:xfrm>
            <a:off x="12338919" y="22176892"/>
            <a:ext cx="2312916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17BF461-BE48-3F54-77AA-FFE523D951A7}"/>
              </a:ext>
            </a:extLst>
          </p:cNvPr>
          <p:cNvCxnSpPr>
            <a:cxnSpLocks/>
          </p:cNvCxnSpPr>
          <p:nvPr/>
        </p:nvCxnSpPr>
        <p:spPr>
          <a:xfrm>
            <a:off x="14651835" y="22133261"/>
            <a:ext cx="0" cy="3715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094FE53-045D-3505-38C4-1A2E4B97C32F}"/>
              </a:ext>
            </a:extLst>
          </p:cNvPr>
          <p:cNvCxnSpPr>
            <a:cxnSpLocks/>
          </p:cNvCxnSpPr>
          <p:nvPr/>
        </p:nvCxnSpPr>
        <p:spPr>
          <a:xfrm flipH="1" flipV="1">
            <a:off x="12208480" y="24185880"/>
            <a:ext cx="2263064" cy="1076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F62F877-957D-5F3B-CFFC-2AD6B39541D9}"/>
              </a:ext>
            </a:extLst>
          </p:cNvPr>
          <p:cNvCxnSpPr>
            <a:cxnSpLocks/>
          </p:cNvCxnSpPr>
          <p:nvPr/>
        </p:nvCxnSpPr>
        <p:spPr>
          <a:xfrm>
            <a:off x="14462499" y="23757479"/>
            <a:ext cx="0" cy="439163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AC5B831-FCDC-0150-9605-17C98E82517E}"/>
              </a:ext>
            </a:extLst>
          </p:cNvPr>
          <p:cNvCxnSpPr>
            <a:cxnSpLocks/>
          </p:cNvCxnSpPr>
          <p:nvPr/>
        </p:nvCxnSpPr>
        <p:spPr>
          <a:xfrm flipH="1" flipV="1">
            <a:off x="8592921" y="23962867"/>
            <a:ext cx="729852" cy="197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23D4C04C-8EE7-8770-40BB-019FB4B84716}"/>
              </a:ext>
            </a:extLst>
          </p:cNvPr>
          <p:cNvSpPr/>
          <p:nvPr/>
        </p:nvSpPr>
        <p:spPr>
          <a:xfrm>
            <a:off x="12636985" y="5957536"/>
            <a:ext cx="3575539" cy="4247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pPr>
              <a:buNone/>
            </a:pPr>
            <a:b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E56A333C-C453-5AB4-08BD-7ADBF6C02FB2}"/>
              </a:ext>
            </a:extLst>
          </p:cNvPr>
          <p:cNvSpPr/>
          <p:nvPr/>
        </p:nvSpPr>
        <p:spPr>
          <a:xfrm>
            <a:off x="12191802" y="20975889"/>
            <a:ext cx="3937469" cy="59979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1200"/>
              </a:spcBef>
              <a:spcAft>
                <a:spcPts val="1200"/>
              </a:spcAft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ABEE7F5-CD91-6FF7-BBED-BCE600DA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0" y="3872812"/>
            <a:ext cx="1260750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Voice-activated AI assistants are becoming standard on laptops for hands-free control and accessibility. CNNs and RNNs are both used for speech recognition.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often focus on mobile or smart speaker platforms rather than laptop-based assistants. Few works provide a direct comparison of CNN and RNN performance in real-time voice command accuracy on laptops.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analyze and compare CNN and RNN architectures for voice command recognition. 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F22B133-76E7-790A-E2E5-132478251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83" y="12813191"/>
            <a:ext cx="1569136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CNN model outperformed the RNN model in voice command recognition speed while maintaining accuracy.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Findings align with prior work (e.g., Gehring et al., 2017) suggesting CNNs excel in parallel processing, making them ideal for real-time audio tasks on devices like laptops.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study was limited to a small set of voice commands and controlled environments, indicating future scope for testing in noisy and diverse user settings.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A40F95C-5FF1-4B85-7F52-49AB8CF87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444" y="19284530"/>
            <a:ext cx="123935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 recognition is a critical function in AI assistants for smart devices and accessibility tools.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studies favor deep learning models and overlook comparisons with classical methods like Random Forest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compare the performance of Random Forest and RNN in voice command recognition tasks. 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21CC6E60-7DC4-8FF0-098A-7D14B3837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34" y="28094908"/>
            <a:ext cx="1566949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RNN model outperformed RF in handling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 data, achieving higher accuracy in recognizing voice  commands.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supports previous findings (e.g., Graves et al., 2013) that RNNs are better suited for time-series data like speech, while Random Forests lag in temporal pattern recognition.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study was limited to basic voice commands and small datasets; future work can expand too real-world.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18F04D-DF71-E3DE-F9BA-0792177D7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7444" y="3664094"/>
            <a:ext cx="3268716" cy="245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FD6CC7D-B7B3-0A0F-5C78-5BA2B2009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6985" y="18784727"/>
            <a:ext cx="3427363" cy="259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81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693</TotalTime>
  <Words>957</Words>
  <Application>Microsoft Office PowerPoint</Application>
  <PresentationFormat>Custom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Ch. Mrudhula</cp:lastModifiedBy>
  <cp:revision>45</cp:revision>
  <dcterms:created xsi:type="dcterms:W3CDTF">2023-04-19T08:35:46Z</dcterms:created>
  <dcterms:modified xsi:type="dcterms:W3CDTF">2025-05-29T13:25:24Z</dcterms:modified>
</cp:coreProperties>
</file>